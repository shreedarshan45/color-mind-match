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Color Mind Match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Mini Web Game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Title: Color Mind Match</a:t>
            </a:r>
          </a:p>
          <a:p>
            <a:r>
              <a:t>• Type: Browser-based Mini Game</a:t>
            </a:r>
          </a:p>
          <a:p>
            <a:r>
              <a:t>• Technologies: HTML, CSS, JavaScript</a:t>
            </a:r>
          </a:p>
          <a:p>
            <a:r>
              <a:t>• Responsive for Mobile and Desktop</a:t>
            </a:r>
          </a:p>
          <a:p>
            <a:r>
              <a:t>• Features: Timer, Coins, Hints, Leaderboard, Feedback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Difficulty Modes (Easy, Normal, Hard)</a:t>
            </a:r>
          </a:p>
          <a:p>
            <a:r>
              <a:t>• Timer with Progress Bar</a:t>
            </a:r>
          </a:p>
          <a:p>
            <a:r>
              <a:t>• Streak Bonus and Coin Rewards</a:t>
            </a:r>
          </a:p>
          <a:p>
            <a:r>
              <a:t>• Hint System using Coins</a:t>
            </a:r>
          </a:p>
          <a:p>
            <a:r>
              <a:t>• Player Name &amp; Local Leaderboard</a:t>
            </a:r>
          </a:p>
          <a:p>
            <a:r>
              <a:t>• Share Score Option</a:t>
            </a:r>
          </a:p>
          <a:p>
            <a:r>
              <a:t>• Animated UI and Sound Effects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HTML: Structure of the game</a:t>
            </a:r>
          </a:p>
          <a:p>
            <a:r>
              <a:t>• CSS: Styling, Themes, Animations</a:t>
            </a:r>
          </a:p>
          <a:p>
            <a:r>
              <a:t>• JavaScript: Game Logic, Timer, Storage</a:t>
            </a:r>
          </a:p>
          <a:p>
            <a:r>
              <a:t>• LocalStorage: Save score, coins, leaderboard</a:t>
            </a:r>
          </a:p>
          <a:p>
            <a:r>
              <a:t>• Web APIs: Share, Clipboard, Audio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Player clicks 'Start Game'</a:t>
            </a:r>
          </a:p>
          <a:p>
            <a:r>
              <a:t>2. Color name appears on screen</a:t>
            </a:r>
          </a:p>
          <a:p>
            <a:r>
              <a:t>3. Choose correct color (word, not text color)</a:t>
            </a:r>
          </a:p>
          <a:p>
            <a:r>
              <a:t>4. Earn points, coins, and streak bonuses</a:t>
            </a:r>
          </a:p>
          <a:p>
            <a:r>
              <a:t>5. End screen shows score, leaderboard, feedback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Convert to Installable PWA or Android APK</a:t>
            </a:r>
          </a:p>
          <a:p>
            <a:r>
              <a:t>• Add Login &amp; Online Multiplayer Mode</a:t>
            </a:r>
          </a:p>
          <a:p>
            <a:r>
              <a:t>• Cloud-based Leaderboard</a:t>
            </a:r>
          </a:p>
          <a:p>
            <a:r>
              <a:t>• Downloadable Reports and Analytics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Any Questions?</a:t>
            </a:r>
          </a:p>
          <a:p/>
          <a:p>
            <a:r>
              <a:t>Presented by: Don</a:t>
            </a:r>
          </a:p>
          <a:p>
            <a:r>
              <a:t>Project: Color Mind Match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